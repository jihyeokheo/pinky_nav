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자료는 현재 코드의 기능 설명이다. 과거 구현, 현재 semantic 모드, 향후 설계를 구분한다. 시뮬 성공이 실차 완주를 보장하지 않는다. 로봇 노드와 PC worker는 이번 시험 후 종료했다.</a:t>
            </a:r>
          </a:p>
          <a:p/>
          <a:p>
            <a:r>
              <a:t>근거: lane_autonomy.py / lane_planning_remote.py / 실제 events.jsonl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중요한 정정: local_map이 있다는 사실과 그 맵으로 로봇이 계속 주행한다는 것은 다르다. local_map_view.py는 진단용이며 never used for control이라고 명시한다. semantic 분기는 white_target으로 빠르게 반환하여 기존 MetricLaneTracker/CornerPolicy 복구를 우회한다. 이 자료에서는 저장된 공간 맵을 SLAM 지도 또는 장기 자동주행 기억이라고 부르지 않는다.</a:t>
            </a:r>
          </a:p>
          <a:p/>
          <a:p>
            <a:r>
              <a:t>근거: local_map_view.py:1 / lane_history.py:14 / lane_autonomy.py:1148,1500,1544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PCPlanner는 ROS node나 모터 publisher 없이 기존 함수만 바인딩한 상태 컨테이너다. 로봇이 제공한 캡처 시간과 odometry를 사용한다. PC의 벽시계로 로봇 데이터의 유효 시간을 갱신하지 않는다.</a:t>
            </a:r>
          </a:p>
          <a:p/>
          <a:p>
            <a:r>
              <a:t>근거: lane_inference_worker.py / lane_planning_remote.py:41 / lane_inference_pc.launch.py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검출 수 Lane=1이어도 used_boundaries=0일 수 있다. 모델이 검출했다는 사실만으로 바닥에 놓인 현재 차선인지, 쓸 수 있는 연결 경계인지까지 확정할 수 없기 때문이다.</a:t>
            </a:r>
          </a:p>
          <a:p/>
          <a:p>
            <a:r>
              <a:t>근거: white_lane.py:120 / lane_autonomy.py:1060 / lane_inference_worker.py:20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 launch의 기본 Python은 /home/tory/venv/omx/bin/python이다. 이번 로그는 CPU라고 명시했다. 이미지 원본 15fps와 실제 추론/계획 수신률은 동일하지 않다. inference_frequency=10은 희망 실행 간격이지 10fps 보장이 아니다. 320 입력은 해상도·속도 균형이며 가는 차선과 작은 태그는 별도 검증이 필요하다.</a:t>
            </a:r>
          </a:p>
          <a:p/>
          <a:p>
            <a:r>
              <a:t>근거: lane_autonomy.yaml:80 / lane_inference_pc.launch.py / 이번 PC 실행 로그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white_current는 현재 YOLO 승인과 대응한 흰 픽셀, white_tracked는 flow로 이전 semantic 승인을 이어받은 현재 흰 픽셀이다. 10초는 semantic 재확인의 최대 나이지 10초 동안 오래된 속도로 눈을 감고 달리는 시간은 아니다. 바닥이 흰색인 환경에서 보충이 완전히 안전하다고 검증된 것은 아니다.</a:t>
            </a:r>
          </a:p>
          <a:p/>
          <a:p>
            <a:r>
              <a:t>근거: yolo_white.py:8,15,79,120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OpenCV undistortPoints로 왜곡을 제거하고 광선을 회전한다. 수평선 위의 광선, 전방 범위 밖, 해상도 불일치는 거부한다. base_link 원점이 바닥보다 위에 있으므로 ground_plane_z_m를 0이라고 임의로 두면 안 된다. 좌우 이미지 좌표와 base_link y의 부호를 혼동하지 않는다.</a:t>
            </a:r>
          </a:p>
          <a:p/>
          <a:p>
            <a:r>
              <a:t>근거: robot_projection.py:51,85,117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AprilTag 큐브 표면은 바닥 평면이 아니다. 태그 pose를 구할 때는 태그 크기와 카메라 내부 보정을 쓰는 별도 pose estimation이 필요하다. 바닥 차선 projection과 큐브 태그 pose를 동일하게 처리하지 않는다.</a:t>
            </a:r>
          </a:p>
          <a:p/>
          <a:p>
            <a:r>
              <a:t>근거: robot_projection.py:robot_floor_point / robot_floor_points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robot_floor_calibration.json을 유지했다. 이상적인 Gazebo intrinsic/extrinsic으로 실차 보정을 대체하지 않았다. URDF만으로 정확한 렌즈 광학 중심, 영상 180도 회전 및 실제 mounting 방향이 모두 확정되는 것은 아니다. 알려진 바닥 좌표에서 재투영/거리 오차를 측정해야 한다.</a:t>
            </a:r>
          </a:p>
          <a:p/>
          <a:p>
            <a:r>
              <a:t>근거: robot_projection.py:1 / robot_floor_calibration.json / 이번 debug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white_center_path는 near=curve[:max(3,len(curve)//12)], abs(lateral)&lt;0.025 또는 min(near[:,0])&gt;0.32이면 제외한다. score는 normal-offset 중앙 경로의 시작점 norm이다. 현재 새 모드는 단순한 이미지 전체 평균이나 화면 위쪽 위치로 가까움을 판정하지 않는다. 과거 몸쪽 픽셀 우선 옵션과 같은 정책이라고 설명해서는 안 된다.</a:t>
            </a:r>
          </a:p>
          <a:p/>
          <a:p>
            <a:r>
              <a:t>근거: white_lane.py:white_center_path:35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공식은 연결 곡선의 관측 순서가 주행 방향으로 유지된다는 조건에서 맞다. 화면 x에 고정 오프셋을 더하는 것이 아니라 바닥 좌표의 법선 방향으로 이동한다. 이 모드에서는 측정 폭을 계속 갱신하는 기존 width_estimator를 거치지 않는다. 0.154m는 과거 카메라 추정 prior이며 줄자 실측으로 확정된 폭이 아니다.</a:t>
            </a:r>
          </a:p>
          <a:p/>
          <a:p>
            <a:r>
              <a:t>근거: white_lane.py:miter_center / white_center_path / lane_autonomy.py:1113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white_center_path의 반환은 min(chosen.items(), key=(score,-len(curve)))의 item[3]이다. 선택 경계에서 만든 중앙 경로를 쓴다. 두 경계를 pointwise 평균하거나 공통 x 구간으로 정합하는 구현이라고 주장하지 않는다. 구성상 두 경계일 때 inferred=False가 되어 속도 정책도 달라진다.</a:t>
            </a:r>
          </a:p>
          <a:p/>
          <a:p>
            <a:r>
              <a:t>근거: white_lane.py:35–59 / white_target / lane_autonomy.py:1500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miter는 물리 시뮬 차선 mesh 제작에도 쓰일 수 있지만 여기서는 실제 관측 경계의 가상 중앙 경로를 만드는 기하 연산이다. Gazebo continuous miter-joined triangle mesh와 동일한 차선 입력 데이터를 쓴다는 의미는 아니다. white_lane.miter_center는 반전 cusp를 거부한다. connected_path.connected_miter_center는 별도 legacy 복구 연산으로 추가 자기 교차 검사를 한다.</a:t>
            </a:r>
          </a:p>
          <a:p/>
          <a:p>
            <a:r>
              <a:t>근거: white_lane.py:8 / metric_lane.py:connected_floor_curve / connected_path.py:8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white_target은 경로 각 점의 원점 norm 최소 인덱스를 시작으로 하고 누적 arc length에 대해 보간한다. 로봇-경로 prefix gap을 lookahead에서 빼지는 않는다. 이는 사용자 예시 0.7m와 다르며 실차가 작은 만큼 실제 현재 설정을 명시했다. 일반 Pure Pursuit의 Ld는 선택 target까지의 Euclidean 거리로 계산된다.</a:t>
            </a:r>
          </a:p>
          <a:p/>
          <a:p>
            <a:r>
              <a:t>근거: white_lane.py:white_target:62 / lane_autonomy_pinky2.launch.py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lane_autonomy._metric_command가 직접 geometry_msgs/Twist를 만든다. 적분/미분 오차 항을 갖는 PID 차선 조향이라고 부르지 않는다. 로봇 모터 내부 제어 루프는 상위 lane following 제어기와 별개다. x&lt;0.04 분기는 atan2(y,x)를 maximum_angular_speed 범위로 clip한다. 이는 고정 90도 회전 state machine과 다르다.</a:t>
            </a:r>
          </a:p>
          <a:p/>
          <a:p>
            <a:r>
              <a:t>근거: lane_autonomy.py:1379 / metric_lane.py:pursuit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모드를 켜면 모든 과거 기능을 그대로 덧붙이는 것이 아니다. incoming staged나 legacy target을 검증 단계에서 거부한다. 이전 버전의 저장 pivot, blind entry, staged turn 완료 latch를 이 모드에서도 그대로 쓰고 있다고 설명하면 안 된다. mode rollback은 semantic_lane_following:=false이다.</a:t>
            </a:r>
          </a:p>
          <a:p/>
          <a:p>
            <a:r>
              <a:t>근거: lane_autonomy.py:1083,1448,1500 / corner_policy.py / hardware launch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insufficient polynomial support는 y=f(x) 피팅 관측 범위 부족과 관련된다. center_path curve folds back은 중앙 오프셋의 역행/교차와 관련되며 모든 정상 코너를 x 감소만으로 거부해서는 안 된다. 현재 semantic은 연결 순서로 이 문제를 줄이지만 perception loss와 true cusp를 해결한 것은 아니다.</a:t>
            </a:r>
          </a:p>
          <a:p/>
          <a:p>
            <a:r>
              <a:t>근거: white_lane.py:14,97 / metric_lane.py / 이번 WAITING_FOR_LANE 로그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모드는 YoloWhiteSupplement의 flow 기반 semantic 이력을 쓴다. local_map_history는 기록/표시, SpatialLaneArchive는 공간 진단용이다. CornerPolicy의 LocalLaneMap은 legacy mode에 별도로 존재한다. 이름이 map 또는 history라고 모두 제어에 기여하는 것은 아니다.</a:t>
            </a:r>
          </a:p>
          <a:p/>
          <a:p>
            <a:r>
              <a:t>근거: yolo_white.py / lane_history.py / local_map_view.py / lane_autonomy.py:1500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공간 archive 자체는 시간 만료가 없다. 현재 로봇 기준 정방형 ±1m 안에서 유지하고 영역 밖이면 제거한다. 장기 전역 지도나 파일 영구 저장이 아니다. 원래 측정 경계만 archive에 넣고 가상 중심/target은 현재 프레임 overlay로만 그린다. enable/reset/clear 정책의 영향도 고려해야 한다.</a:t>
            </a:r>
          </a:p>
          <a:p/>
          <a:p>
            <a:r>
              <a:t>근거: lane_history.py:SpatialLaneArchive / lane_autonomy.py:508 / local_map_view.py:12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processing은 표시된 계산 시간이며 명령에 사용 가능한 데이터 age와 동일하지 않다. Lane은 YOLO 통계와 선택 후 통계가 섞일 수 있으므로 used_boundaries 및 supplement 정보를 함께 봐야 한다. 화면 색을 정지 원인이라고 추정하지 말고 status 문자열을 같이 읽는다.</a:t>
            </a:r>
          </a:p>
          <a:p/>
          <a:p>
            <a:r>
              <a:t>근거: 이번 debug_first.jpg / lane_autonomy.py:_queue_debug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lane_tracking_gap_seconds=2.0은 identity/reacquisition 허용 시간이며 오래된 cmd를 2초 허용한다는 뜻이 아니다. semantic TTL=10도 control watchdog을 늘리는 설정이 아니다. 라이더 장애물 제어는 기존 설정에서 비활성화지만 bringup의 LiDAR 센서 노드 자체는 실행될 수 있다.</a:t>
            </a:r>
          </a:p>
          <a:p/>
          <a:p>
            <a:r>
              <a:t>근거: lane_autonomy.py:_control_loop / _safety_stop_reason / lane_autonomy.yaml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사용자는 300초로 최대 제한을 변경했다. 실제 300초 지속 주행한 것이 아니다. 가로선과 벽이 화면에 보이는 상태에서 usable boundary가 없었다. 동시에 inference input expired 0.84s 상태도 기록했다. 이 실패를 실차 성공 또는 코스 완주로 표시하지 않는다. raw/debug 녹화와 status/cmd_vel/odom JSONL을 보존했다.</a:t>
            </a:r>
          </a:p>
          <a:p/>
          <a:p>
            <a:r>
              <a:t>근거: Downloads/cam/drive_20261006_ZxWSHs/events.jsonl / debug_latest.jpg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hardware_semantic_port summary.json: passed=4 total=5. left90와 right90 성공, S 오른쪽 첫 진행 실패, 왼쪽 성공, 오른쪽 단독 재시험 성공. 실패는 재시험 성공으로 지우지 않는다. 테스트 673 PASS는 주행 성공률이 아니다. 이미지 정적 기능시험 성공률도 물리 주행 완주율과 다르다.</a:t>
            </a:r>
          </a:p>
          <a:p/>
          <a:p>
            <a:r>
              <a:t>근거: reports/yolo_white_20261006/hardware_semantic_port/summary.json / s_semantic_path_v2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로봇: source /opt/ros/jazzy/setup.bash; source ~/pinky_pro/install/setup.bash; export ROS_DOMAIN_ID=22 RMW_IMPLEMENTATION=rmw_cyclonedds_cpp; ros2 launch pinky_move lane_autonomy_pinky2.launch.py semantic_lane_following:=true. PC: source ROS와 ~/ws/pinky_pro/install/setup.bash; ros2 launch pinky_move lane_inference_pc.launch.py robot:=pinky@192.168.45.22. ros2 service call /lane_autonomy/enable std_srvs/srv/SetBool "{data: false}". 노드가 이미 있으면 start_hardware:=false 사용 여부와 cam_stream 중복을 확인한다. 카메라 preview는 PC에서도 Domain22 Cyclone 환경이 필요하다.</a:t>
            </a:r>
          </a:p>
          <a:p/>
          <a:p>
            <a:r>
              <a:t>근거: launch/lane_autonomy_pinky2.launch.py / launch/lane_inference_pc.launch.py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pinky_move에서 확인된 AprilTag 관련 코드는 cube_calibration 등 보정용이다. 런타임 태그 ID로 관제 lane mission을 수행하는 구현은 확인하지 못했다. 카톡 이미지는 이 작업에서 직접 볼 수 없었으므로 배치/큐브 개수로 이미 실현됐다고 말하지 않는다. 태그 위치가 바닥이 아니므로 크기/높이/장착 면을 반영한 pose-to-base 변환이 필요하다.</a:t>
            </a:r>
          </a:p>
          <a:p/>
          <a:p>
            <a:r>
              <a:t>근거: cube_calibration.py / runtime 코드 검색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실제 inference SSH 경로와 향후 ROS topic domain bridge 임무 전송은 서로 다른 층이다. nav2_action_proxy는 NavigateToPose action을 위한 기존 기능이며 이 새 토픽 설계에 필수는 아니다. 도메인 간 bare /cmd_vel를 섞지 않는다. 토픽은 action의 완료/취소 의미를 자동 제공하지 않으므로 mission protocol이 필요하다.</a:t>
            </a:r>
          </a:p>
          <a:p/>
          <a:p>
            <a:r>
              <a:t>근거: 현재 lane_inference_worker.py / 사용자 요구 기반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카톡 그림으로 설명한 상단 빈 장소 배치는 직접 확인하지 못했다. 구현 시 이미지와 목표 공간 치수·태그 위치를 받아야 한다. 단순 고정 시간 delay로 B를 출발시키지 않고 A의 mission_id와 도착 상태를 확인한다. 목표 장소 점유 해제 조건도 도착 상태와 별개로 정의할 수 있다.</a:t>
            </a:r>
          </a:p>
          <a:p/>
          <a:p>
            <a:r>
              <a:t>근거: 사용자 요구: A가 상단 빈 장소 도착 후 B 출발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진단용 archive를 그대로 주행 경로로 보내지 않는다. 맵 복구는 odometry 보정, 관측 나이, 현재 영상 대응, 뒤쪽 차선 배제 및 속도 제한을 정의해야 한다. 기존 코너 state machine이 없어진 영향을 고려하여 feature toggle 단위로 비교한다. 실차는 저속 감독 하 bounded trial을 반복한다. 이번 자료 작업은 코드/로봇 실행이나 배포를 변경하지 않았다.</a:t>
            </a:r>
          </a:p>
          <a:p/>
          <a:p>
            <a:r>
              <a:t>근거: 현재 코드와 이번 실주행 실패에서 도출한 개선 제안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 반드시 현재 모드가 semantic=true인지 false인지 먼저 명시한다. report deployment의 actual_robot_driven=false는 보고서 생성 당시 기록이며 이후 실제 trial은 별도 events.jsonl로 추가되었다. PPT는 이를 최신 실제 시험으로 구분한다. 모든 슬라이드 발표자 노트에 상세 설명과 코드 근거를 넣었다.</a:t>
            </a:r>
          </a:p>
          <a:p/>
          <a:p>
            <a:r>
              <a:t>근거: 검토 날짜 2026-10-06 / branch experiment/hardware-semantic-path-20261006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YOLO 차선 주행: 현재 구현과 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Pinky2 · 카메라 기반 local lane following · Nav2 미사용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픽셀 → 로봇 좌표 → 중앙 경로 → Pure Pursuit → /cmd_vel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local_map · 회전/S자 · 실험 결과 · AprilTag/관제 확장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2026.10.06 코드 및 이번 실주행 기록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lane_autonomy.py / lane_planning_remote.py / 실제 events.jsonl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핵심 답변: local_map을 활용하고 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관측 차선 저장과 /lane_autonomy/local_map 표시: 구현됨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최근 10초 이력 + 로봇 기준 전후방·좌우 ±1m 공간 기록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 semantic=true: 저장 맵으로 경로를 복구하지 않음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기존 모드: 별도 LocalLaneMap/이력을 좌우 연관·코너 보조에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local_map_view.py:1 / lane_history.py:14 / lane_autonomy.py:1148,1500,1544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전체 역할 분리: PC와 로봇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57600" cy="2743200"/>
          </a:xfrm>
          <a:prstGeom prst="round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91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52D5BC"/>
                </a:solidFill>
                <a:latin typeface="Noto Sans CJK KR"/>
              </a:defRPr>
            </a:pPr>
            <a:r>
              <a:t>Pinky2 카메라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9184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640×480 / 15fps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cam_stream.py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이미지 + 캡처 시각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74519"/>
            <a:ext cx="3657600" cy="2743200"/>
          </a:xfrm>
          <a:prstGeom prst="round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03120"/>
            <a:ext cx="3291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52D5BC"/>
                </a:solidFill>
                <a:latin typeface="Noto Sans CJK KR"/>
              </a:defRPr>
            </a:pPr>
            <a:r>
              <a:t>PC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834640"/>
            <a:ext cx="329184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YOLO segmentation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흰 픽셀·flow 보충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투영·경로·목표점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874519"/>
            <a:ext cx="3657600" cy="2743200"/>
          </a:xfrm>
          <a:prstGeom prst="round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2103120"/>
            <a:ext cx="3291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52D5BC"/>
                </a:solidFill>
                <a:latin typeface="Noto Sans CJK KR"/>
              </a:defRPr>
            </a:pPr>
            <a:r>
              <a:t>Pinky2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834640"/>
            <a:ext cx="329184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응답/odom 신선도 확인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Pure Pursuit / 20Hz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/cmd_vel 발행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83480"/>
            <a:ext cx="109728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B1C1D3"/>
                </a:solidFill>
                <a:latin typeface="Noto Sans CJK KR"/>
              </a:defRPr>
            </a:pPr>
            <a:r>
              <a:t>영상·계산 요청 → SSH 터널/HTTP → PC → 계획 응답 → 로봇</a:t>
            </a:r>
          </a:p>
          <a:p>
            <a:pPr>
              <a:spcAft>
                <a:spcPts val="1000"/>
              </a:spcAft>
              <a:defRPr sz="1900" b="0">
                <a:solidFill>
                  <a:srgbClr val="B1C1D3"/>
                </a:solidFill>
                <a:latin typeface="Noto Sans CJK KR"/>
              </a:defRPr>
            </a:pPr>
            <a:r>
              <a:t>현재 PC↔Pinky2 추론 전송은 토픽 도메인 브릿지가 아님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lane_inference_worker.py / lane_planning_remote.py:41 / lane_inference_pc.launch.py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YOLO가 하는 일과 하지 않는 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모델 출력: 차선과 정지선의 segmentation polygon/mask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프로토콜 기준 class 1=lane, class 0=crossline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YOLO는 거리·중앙 경로·속도 명령을 직접 출력하지 않음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좌우 분류·기하 변환·조향은 검출 이후 코드가 담당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white_lane.py:120 / lane_autonomy.py:1060 / lane_inference_worker.py:20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모델·추론 설정과 성능 해석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 모델: yolo_runs/segment/train/weights/best.pt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기본 imgsz=320, confidence=0.55, IoU=0.70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이번 시험은 PC CPU 추론: 로그에서 약 0.2초/프레임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처리 시간 ≠ 입력 나이: 전송·대기·계획 시간도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lane_autonomy.yaml:80 / lane_inference_pc.launch.py / 이번 PC 실행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YOLO + 흰 픽셀 보충은 왜 쓰나?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YOLO가 승인한 차선에 대응하는 현재 흰 영역을 보충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optical flow로 이전 승인 영역을 현재 프레임에 대응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흰색만 보고 차선을 새로 만드는 cold start는 하지 않음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semantic 유효 10초, flow 프레임 간격 제한 0.8초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yolo_white.py:8,15,79,120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픽셀을 base_link 좌표로 변환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intrinsic K + distortion: 픽셀을 광선 방향으로 변환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extrinsic R,t: upright optical → base_link 변환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광선과 ground_plane_z_m 바닥 평면의 교점 계산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x=전방, y=좌측(+), 단위 m / BEV 생성 불필요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robot_projection.py:51,85,117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Ground-plane projection 수식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q = undistort(u,v; K,D), r_camera = [q_x, q_y, 1]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r_base = R · r_camera,  camera_origin = t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λ = (z_ground − t_z) / r_base,z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P_base = t + λ · r_base → (x,y)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바닥 평면을 가정하므로 벽·큐브 면 픽셀에는 적용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robot_projection.py:robot_floor_point / robot_floor_points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URDF 보정의 한계: 좌표는 나와도 오차가 남는다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URDF는 기계 링크 위치·회전을 제공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실제 optical 장착 방향은 별도 가정과 검증이 필요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 경고: mounting UNVERIFIED / nominal mounting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근·원거리 실측 오차가 조향·회전 시작점에 전달됨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robot_projection.py:1 / robot_floor_calibration.json / 이번 debug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현재 좌우 경계 선택: 무엇을 기준으로 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연결 곡선의 near prefix를 로봇 좌표로 평가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median y&gt;0이면 LEFT, y&lt;0이면 RIGHT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너무 중앙이거나 시작 전방 거리가 먼 후보는 제외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각 side 후보 중 가상 중앙 시작점이 가까운 경계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white_lane.py:white_center_path:35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한쪽 차선만 보일 때: tangent/normal offset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t = 선의 진행 방향 / n = [-t_y, t_x]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왼쪽 경계: 중심 = 경계 − lane_width/2 · n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오른쪽 경계: 중심 = 경계 + lane_width/2 · n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 semantic 폭은 설정값 0.154m를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white_lane.py:miter_center / white_center_path / lane_autonomy.py:1113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양쪽 차선이 보일 때도 알아둘 차이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기존 모드: 양 경계 대응·폭 추정·중앙 경로 생성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 semantic: 좌우 후보를 찾되 한 경계의 offset 경로 선택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선택된 경로를 쓰며 항상 두 선 평균을 내는 것은 아님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따라서 두 선 검출 수와 중앙 정확도는 별도 검증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white_lane.py:35–59 / white_target / lane_autonomy.py:1500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연결 골격 + miter는 무엇인가?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검출 마스크를 연결된 바닥 곡선으로 변환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RDP로 작은 지터를 줄이고 선분마다 normal offset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꼭짓점에서 offset 선분을 교차시켜 모서리 연결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x로 재정렬하지 않아 90도 횡방향 구간을 보존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white_lane.py:8 / metric_lane.py:connected_floor_curve / connected_path.py:8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lookahead: 연결 경로를 따라 목표점 선택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 semantic launch: lookahead 0.16m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로봇에서 가장 가까운 경로 station 이후를 사용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누적 호 길이로 전진 → x 감소만으로 경로를 버리지 않음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관측 경로가 짧으면 마지막 관측 범위까지 목표 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white_lane.py:white_target:62 / lane_autonomy_pinky2.launch.py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조향은 PID인가? 현재는 Pure Pursuit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target=(x,y),  Ld²=x²+y²,  κ=2y/Ld²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angular_velocity = linear_velocity · κ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곡률·목표 거리·단일 경계 여부에 따라 속도 제한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semantic target x&lt;4cm이면 전진 0 + 각도 제한 회전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lane_autonomy.py:1379 / metric_lane.py:pursuit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현재와 기존: 코너 처리 방식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semantic=true: 연결 경로·호 길이 target·근거리 횡방향 회전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semantic=false: MetricLaneTracker + CornerPolicy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기존: 코너 확인 → ENTRY → BRAKE → PIVOT_TURN → 재획득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새 모드는 기존 staged 코너/맵 복구 분기를 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lane_autonomy.py:1083,1448,1500 / corner_policy.py / hardware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S자에서 왜 잘 보이는데 멈추나?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검출 → 바닥 투영 → 연결 경계 → offset → target 중 실패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가로선·분리된 mask·출구 유실이 경로 연결을 깨뜨림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offset이 반전 cusp를 만들면 중앙 경로를 거부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YOLO/flow가 함께 사라지면 현재 모드에 맵 복구가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white_lane.py:14,97 / metric_lane.py / 이번 WAITING_FOR_LANE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기억은 세 종류: 서로 구분해야 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57600" cy="2743200"/>
          </a:xfrm>
          <a:prstGeom prst="round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91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52D5BC"/>
                </a:solidFill>
                <a:latin typeface="Noto Sans CJK KR"/>
              </a:defRPr>
            </a:pPr>
            <a:r>
              <a:t>영상 대응 기억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9184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semantic 승인 / 10초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현재 흰 픽셀·flow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새 모드에서도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74519"/>
            <a:ext cx="3657600" cy="2743200"/>
          </a:xfrm>
          <a:prstGeom prst="round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03120"/>
            <a:ext cx="3291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52D5BC"/>
                </a:solidFill>
                <a:latin typeface="Noto Sans CJK KR"/>
              </a:defRPr>
            </a:pPr>
            <a:r>
              <a:t>진단 local_map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834640"/>
            <a:ext cx="329184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최근 10초 차선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±1m 공간 기록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저장·그림, 제어 아님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874519"/>
            <a:ext cx="3657600" cy="2743200"/>
          </a:xfrm>
          <a:prstGeom prst="round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2103120"/>
            <a:ext cx="3291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52D5BC"/>
                </a:solidFill>
                <a:latin typeface="Noto Sans CJK KR"/>
              </a:defRPr>
            </a:pPr>
            <a:r>
              <a:t>기존 제어 이력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834640"/>
            <a:ext cx="329184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LaneHistory 좌우 대응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CornerPolicy LocalLaneMap</a:t>
            </a:r>
          </a:p>
          <a:p>
            <a:pPr>
              <a:spcAft>
                <a:spcPts val="1000"/>
              </a:spcAft>
              <a:defRPr sz="2000" b="0">
                <a:solidFill>
                  <a:srgbClr val="F1F5FA"/>
                </a:solidFill>
                <a:latin typeface="Noto Sans CJK KR"/>
              </a:defRPr>
            </a:pPr>
            <a:r>
              <a:t>기존 모드 복구 보조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83480"/>
            <a:ext cx="109728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B1C1D3"/>
                </a:solidFill>
                <a:latin typeface="Noto Sans CJK KR"/>
              </a:defRPr>
            </a:pPr>
            <a:r>
              <a:t>최신 관측이 무엇인지와 저장 경계로 움직일지는 별개</a:t>
            </a:r>
          </a:p>
          <a:p>
            <a:pPr>
              <a:spcAft>
                <a:spcPts val="1000"/>
              </a:spcAft>
              <a:defRPr sz="1900" b="0">
                <a:solidFill>
                  <a:srgbClr val="B1C1D3"/>
                </a:solidFill>
                <a:latin typeface="Noto Sans CJK KR"/>
              </a:defRPr>
            </a:pPr>
            <a:r>
              <a:t>어느 모드에서 어떤 기억이 쓰이는지 확인해야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yolo_white.py / lane_history.py / local_map_view.py / lane_autonomy.py:1500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local_map의 저장·표시 규칙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base 관측 → 캡처 당시 odom 좌표로 변환해 기록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SpatialLaneArchive: 1cm 셀, ±1m 밖 관측 제거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최근 이력: 최대 600프레임 / 10초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화면: 480×480, 1px=5mm, 그리드 10cm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lane_history.py:SpatialLaneArchive / lane_autonomy.py:508 / local_map_view.py:12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디버그 화면에서 읽어야 할 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663440" cy="4069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Lane / used_boundaries: 검출 수와 실제 사용 수</a:t>
            </a:r>
          </a:p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LEFT·RIGHT / USED: 선택한 경계의 역할</a:t>
            </a:r>
          </a:p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Target X,Y: base 기준 실제 목표 좌표(cm)</a:t>
            </a:r>
          </a:p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SEMANTIC_PATH + timing + supplement 상태</a:t>
            </a:r>
          </a:p>
        </p:txBody>
      </p:sp>
      <p:pic>
        <p:nvPicPr>
          <p:cNvPr id="7" name="Picture 6" descr="debug_fir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783080"/>
            <a:ext cx="5897880" cy="44234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이번 debug_first.jpg / lane_autonomy.py:_queue_debug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정지 조건: 신선도와 경로 유효성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 입력 또는 응답이 오래됨: result_timeout=0.8초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fresh odometry/캡처 시점 pose가 없으면 계획 거부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목표 경로가 없으면 WAITING_FOR_LANE / zero Twist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검출 정지선·주행 비활성화·시간 제한도 정지 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lane_autonomy.py:_control_loop / _safety_stop_reason / lane_autonomy.yaml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이번 실제 주행: 완주가 아니라 실패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실제 시험 · 실패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663440" cy="4069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semantic=true / PC CPU / 최대 300초 제한</a:t>
            </a:r>
          </a:p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시작 후 odom 기준 약 24cm 이동하고 정지</a:t>
            </a:r>
          </a:p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path_error: no near white boundary</a:t>
            </a:r>
          </a:p>
          <a:p>
            <a:pPr>
              <a:spcAft>
                <a:spcPts val="1000"/>
              </a:spcAft>
              <a:defRPr sz="2100" b="0">
                <a:solidFill>
                  <a:srgbClr val="F1F5FA"/>
                </a:solidFill>
                <a:latin typeface="Noto Sans CJK KR"/>
              </a:defRPr>
            </a:pPr>
            <a:r>
              <a:t>• 경로 없음을 확인해 서비스로 비활성화·zero 발행</a:t>
            </a:r>
          </a:p>
        </p:txBody>
      </p:sp>
      <p:pic>
        <p:nvPicPr>
          <p:cNvPr id="7" name="Picture 6" descr="debug_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783080"/>
            <a:ext cx="5897880" cy="44234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Downloads/cam/drive_20261006_ZxWSHs/events.jsonl / debug_latest.jpg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검증 결과: 시뮬과 실제를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검증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기존 성공 checkpoint: 90도 2회 + S자 4회 = 6/6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실차 포팅 코드 재검증: 4/5 성공, S자는 2/3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패키지 회귀 테스트: 673개 통과 / 실패 0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이번 실제 로봇: 경로 유실 정지, 완주 미검증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reports/yolo_white_20261006/hardware_semantic_port/summary.json / s_semantic_path_v2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실행·미리보기·정지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로봇: ros2 launch pinky_move lane_autonomy_pinky2.launch.py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PC: ros2 launch pinky_move lane_inference_pc.launch.py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미리보기: cam_view.py --topic /lane_autonomy/debug_image --transport raw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출발 전 확인 후 enable 서비스 true / 정지는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launch/lane_autonomy_pinky2.launch.py / launch/lane_inference_pc.launch.py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AprilTag 큐브: 다음 확장, 아직 주행 연동 아님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향후 설계 · 미구현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YOLO: 차선 형상 / AprilTag: 코너·분기 식별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고유 ID + 코너 의미 + 회전 시작점 관계를 등록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여러 큐브가 보여도 로봇별 임무 순서로 선택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기존 cube calibration ≠ runtime 태그 임무 주행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cube_calibration.py / runtime 코드 검색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관제 + YOLO: Nav2 없는 임무 전달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향후 설계 · 미구현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관제 52 → 로봇 20/22: mission_id·태그 순서·시작/취소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로봇 → 관제: ACK·주행 중·도착·실패·heartbeat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토픽 브릿지로 구현 가능 / 중복·유효기간·재시도 필요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각 로봇 /cmd_vel 발행자는 하나만 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현재 lane_inference_worker.py / 사용자 요구 기반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두 로봇 순차 출발: 도착 확인이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향후 설계 · 미구현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관제: A 주행 허가 / B 대기 → A 도착 확인 → B 출발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태그가 보임 ≠ 빈 장소에 도착함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도착 조건: 해당 ID + 근접 위치 + 정지 상태 + 일정 유지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ACK 누락·통신 단절·실패 시 B는 계속 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사용자 요구: A가 상단 빈 장소 도착 후 B 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개선 순서: 현재 실패를 해결하려면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개선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1. 실측으로 projection 오차·태그 pose를 검증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2. S자·90도 데이터에서 mask/연결 경계 실패를 재현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3. semantic 모드에 맵 보조를 넣으려면 별도 검증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4. 단독 주행 안정화 후 태그 임무·두 로봇 관제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현재 코드와 이번 실주행 실패에서 도출한 개선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2D5BC"/>
                </a:solidFill>
                <a:latin typeface="Noto Sans CJK KR"/>
              </a:defRPr>
            </a:pPr>
            <a:r>
              <a:t>PINKY / CAMERA-BASED LANE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1F5FA"/>
                </a:solidFill>
                <a:latin typeface="Noto Sans CJK KR"/>
              </a:defRPr>
            </a:pPr>
            <a:r>
              <a:t>근거 파일과 현재 상태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228600"/>
            <a:ext cx="1938528" cy="310896"/>
          </a:xfrm>
          <a:prstGeom prst="roundRect">
            <a:avLst/>
          </a:prstGeom>
          <a:solidFill>
            <a:srgbClr val="24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29800" y="256032"/>
            <a:ext cx="1783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2D5BC"/>
                </a:solidFill>
                <a:latin typeface="Noto Sans CJK KR"/>
              </a:defRPr>
            </a:pPr>
            <a:r>
              <a:t>현재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코드: ~/ws/pinky_pro/pinky_move/pinky_move/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설정: config/lane_autonomy.yaml + robot_floor_calibration.json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검증: hardware_semantic_port/report.html + summary.json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실제 영상·로그: Downloads/cam/drive_20261006_ZxWSHs/</a:t>
            </a:r>
          </a:p>
          <a:p>
            <a:pPr>
              <a:spcAft>
                <a:spcPts val="1000"/>
              </a:spcAft>
              <a:defRPr sz="2300" b="0">
                <a:solidFill>
                  <a:srgbClr val="F1F5FA"/>
                </a:solidFill>
                <a:latin typeface="Noto Sans CJK KR"/>
              </a:defRPr>
            </a:pPr>
            <a:r>
              <a:t>• 현재: 제가 켠 로봇 노드·PC 추론은 종료된 상태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7442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1C1D3"/>
                </a:solidFill>
                <a:latin typeface="Noto Sans CJK KR"/>
              </a:defRPr>
            </a:pPr>
            <a:r>
              <a:t>검토 날짜 2026-10-06 / branch experiment/hardware-semantic-path-20261006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D5BC"/>
                </a:solidFill>
                <a:latin typeface="Noto Sans CJK KR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